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lightning talk (5 min). Saluto, presentazione veloce, e annuncio: oggi non si parla di firmware o sensori, ma della parte 'fabbricazione' del progetto Smart Micro-Serra — come abbiamo disegnato e stampato i pezzi della serra usando l'AI come copilota di CAD.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Contesto: per costruire la serra servono pezzi su misura (base, telaio, tetto, finestre, supporto ventola). Il CAD tradizionale (Fusion 360, zoo.dev) è potente ma ha una curva di apprendimento. L'idea del workshop: usare il prompt come prima porta d'accesso — non è 'pigrizia', è abbassare la barriera d'ingresso al 3D printing.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metodo in tre passi, sempre lo stesso per ogni pezzo: il prompt va su Gemini, il codice torna su Colab per generare l'STL, il file si controlla nello slicer. Se qualcosa non va — dimensioni sbagliate, geometria strana — si torna su Colab e si rifà. Questo avanti e indietro non è un imprevisto: è il cuore del workshop, il momento in cui si impara davvero.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pezzi crescono in complessità: la Base si scrive a triangoli manuali (linguaggio diretto, stesso degli STL). Da Body in poi si passa a trimesh con operazioni booleane — si parte da forme semplici (box, cilindri) e si sottrae/unisce, molto più leggibile quando i pezzi hanno tante travi o fori. Il Tetto è il banco di prova più delicato: più travi che si incontrano nello stesso punto.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tipi di imprevisto, voluti nella versione facilitatore: 1) mesh non manifold su Base e Decorazione (triangoli manuali) — buona occasione per mostrare la riparazione mesh dal vivo. 2) Un pezzo che 'scompare' nell'unione booleana quando due forme sono quasi coincidenti — capita soprattutto sul Tetto, dove la capriata ha più travi che si incontrano nello stesso punto. Aneddoto facoltativo: la ventola dimenticata, risolta tornando su Gemini con un prompt mirato.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Chiusura: ribadire il punto chiave — non è una gara di velocità, conta che tutti arrivino almeno al Body stampabile. Accennare ai prossimi passi reali del progetto (firmware ESPHome/MicroPython verso Home Assistant, assemblaggio Base+Body+Roof, i 16 telaietti PETG identici). Ringraziamenti e chiusura entro i tempi del lightning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4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8911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7823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06734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75645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344557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813468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82379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751291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220202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689114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158025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626936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64759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033670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02582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71493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40404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09316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378227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847138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316050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784961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253872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722784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173404">
              <a:alpha val="0"/>
            </a:srgbClr>
          </a:solidFill>
          <a:ln w="15875">
            <a:solidFill>
              <a:srgbClr val="3B6D11">
                <a:alpha val="55000"/>
              </a:srgbClr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234440"/>
            <a:ext cx="457200" cy="457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783080" y="12070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DEVFEST BASILICATA 2026 · OUTDOOR EDITION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188720" y="233172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Dal prompt al pezzo stampato</a:t>
            </a:r>
            <a:endParaRPr lang="en-US" sz="4600" dirty="0"/>
          </a:p>
        </p:txBody>
      </p:sp>
      <p:sp>
        <p:nvSpPr>
          <p:cNvPr id="32" name="Text 29"/>
          <p:cNvSpPr/>
          <p:nvPr/>
        </p:nvSpPr>
        <p:spPr>
          <a:xfrm>
            <a:off x="1188720" y="3337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Serra ESP32 disegnata con l'AI, lato fabbricazione</a:t>
            </a:r>
            <a:endParaRPr lang="en-US" sz="19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88" y="4983480"/>
            <a:ext cx="365760" cy="3657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2319376" y="49651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4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3672688" y="5047488"/>
            <a:ext cx="201168" cy="201168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728" y="4983480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468216" y="49651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4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5821528" y="5047488"/>
            <a:ext cx="201168" cy="201168"/>
          </a:xfrm>
          <a:prstGeom prst="rect">
            <a:avLst/>
          </a:prstGeom>
        </p:spPr>
      </p:pic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568" y="4983480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617056" y="49651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14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>
            <a:alphaModFix amt="65000"/>
          </a:blip>
          <a:stretch>
            <a:fillRect/>
          </a:stretch>
        </p:blipFill>
        <p:spPr>
          <a:xfrm>
            <a:off x="7970368" y="5047488"/>
            <a:ext cx="201168" cy="201168"/>
          </a:xfrm>
          <a:prstGeom prst="rect">
            <a:avLst/>
          </a:prstGeom>
        </p:spPr>
      </p:pic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408" y="4983480"/>
            <a:ext cx="365760" cy="36576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765896" y="49651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1188720" y="59893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lampo · Workshop Build Sprint · Nerdworks APS / AWS UG Basilicata / GDG Basilicata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40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Il problema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23444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Smart Micro-Serra ha bisogno di una sua piccola architettura fisica: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base, struttura, tetto, finestre, supporto ventola — tutta pensata su misura.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40080" y="2331720"/>
            <a:ext cx="52120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5176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3291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40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Il CAD tradizionale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914400" y="37947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360, zoo.dev: precisi, potenti — ma con una curva di apprendimento che spesso scoraggia chi parte da zero.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309360" y="2331720"/>
            <a:ext cx="5212080" cy="3794760"/>
          </a:xfrm>
          <a:prstGeom prst="rect">
            <a:avLst/>
          </a:prstGeom>
          <a:solidFill>
            <a:srgbClr val="173404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65176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83680" y="3291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L'idea del workshop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6583680" y="37947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prompt in linguaggio naturale come prima porta d'accesso al 3D: accessibilità, non scorciatoia.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4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8911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7823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06734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75645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344557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813468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82379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751291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220202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689114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158025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626936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64759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033670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02582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71493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40404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09316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378227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847138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316050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784961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253872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722784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384048" cy="38404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43000" y="457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Il ciclo che guida tutto il workshop</a:t>
            </a:r>
            <a:endParaRPr lang="en-US" sz="2800" dirty="0"/>
          </a:p>
        </p:txBody>
      </p:sp>
      <p:sp>
        <p:nvSpPr>
          <p:cNvPr id="30" name="Shape 27"/>
          <p:cNvSpPr/>
          <p:nvPr/>
        </p:nvSpPr>
        <p:spPr>
          <a:xfrm>
            <a:off x="640080" y="1691640"/>
            <a:ext cx="3291840" cy="3703320"/>
          </a:xfrm>
          <a:prstGeom prst="rect">
            <a:avLst/>
          </a:prstGeom>
          <a:solidFill>
            <a:srgbClr val="0F2403"/>
          </a:solidFill>
          <a:ln w="12700">
            <a:solidFill>
              <a:srgbClr val="3B6D11">
                <a:alpha val="60000"/>
              </a:srgbClr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148840"/>
            <a:ext cx="731520" cy="7315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2296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Gemini</a:t>
            </a:r>
            <a:endParaRPr lang="en-US" sz="1900" dirty="0"/>
          </a:p>
        </p:txBody>
      </p:sp>
      <p:sp>
        <p:nvSpPr>
          <p:cNvPr id="33" name="Text 29"/>
          <p:cNvSpPr/>
          <p:nvPr/>
        </p:nvSpPr>
        <p:spPr>
          <a:xfrm>
            <a:off x="86868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prompt descrive il pezzo: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quote, fori, geometria.</a:t>
            </a:r>
            <a:endParaRPr lang="en-US" sz="135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0" y="3406140"/>
            <a:ext cx="274320" cy="27432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4434840" y="1691640"/>
            <a:ext cx="3291840" cy="3703320"/>
          </a:xfrm>
          <a:prstGeom prst="rect">
            <a:avLst/>
          </a:prstGeom>
          <a:solidFill>
            <a:srgbClr val="0F2403"/>
          </a:solidFill>
          <a:ln w="12700">
            <a:solidFill>
              <a:srgbClr val="3B6D11">
                <a:alpha val="60000"/>
              </a:srgbClr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148840"/>
            <a:ext cx="731520" cy="7315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61772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Colab</a:t>
            </a:r>
            <a:endParaRPr lang="en-US" sz="1900" dirty="0"/>
          </a:p>
        </p:txBody>
      </p:sp>
      <p:sp>
        <p:nvSpPr>
          <p:cNvPr id="38" name="Text 32"/>
          <p:cNvSpPr/>
          <p:nvPr/>
        </p:nvSpPr>
        <p:spPr>
          <a:xfrm>
            <a:off x="466344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gira con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trimesh → STL.</a:t>
            </a:r>
            <a:endParaRPr lang="en-US" sz="135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0" y="3406140"/>
            <a:ext cx="274320" cy="27432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8229600" y="1691640"/>
            <a:ext cx="3291840" cy="3703320"/>
          </a:xfrm>
          <a:prstGeom prst="rect">
            <a:avLst/>
          </a:prstGeom>
          <a:solidFill>
            <a:srgbClr val="0F2403"/>
          </a:solidFill>
          <a:ln w="12700">
            <a:solidFill>
              <a:srgbClr val="3B6D11">
                <a:alpha val="60000"/>
              </a:srgbClr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2148840"/>
            <a:ext cx="731520" cy="73152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41248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Slicer</a:t>
            </a:r>
            <a:endParaRPr lang="en-US" sz="1900" dirty="0"/>
          </a:p>
        </p:txBody>
      </p:sp>
      <p:sp>
        <p:nvSpPr>
          <p:cNvPr id="43" name="Text 35"/>
          <p:cNvSpPr/>
          <p:nvPr/>
        </p:nvSpPr>
        <p:spPr>
          <a:xfrm>
            <a:off x="845820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PrusaSlicer / Bambu Studio: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vede cosa non va.</a:t>
            </a:r>
            <a:endParaRPr lang="en-US" sz="1350" dirty="0"/>
          </a:p>
        </p:txBody>
      </p:sp>
      <p:sp>
        <p:nvSpPr>
          <p:cNvPr id="44" name="Shape 36"/>
          <p:cNvSpPr/>
          <p:nvPr/>
        </p:nvSpPr>
        <p:spPr>
          <a:xfrm>
            <a:off x="4183380" y="5715000"/>
            <a:ext cx="3794760" cy="0"/>
          </a:xfrm>
          <a:prstGeom prst="line">
            <a:avLst/>
          </a:prstGeom>
          <a:noFill/>
          <a:ln w="19050">
            <a:solidFill>
              <a:srgbClr val="BA7517"/>
            </a:solidFill>
            <a:prstDash val="dash"/>
          </a:ln>
        </p:spPr>
      </p:sp>
      <p:sp>
        <p:nvSpPr>
          <p:cNvPr id="45" name="Text 37"/>
          <p:cNvSpPr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qualcosa non va: si torna su Colab, si corregge, si ri-esporta. Non è un imprevisto, è il cuore del metodo.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11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40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Una progressione, pezzo per pezzo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una semplice apertura nella parete... a un traliccio con più travi che si incontrano.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3832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3B6D11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40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Pannello con finestra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triangoli manuali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9120" y="1691640"/>
            <a:ext cx="33832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920240"/>
            <a:ext cx="457200" cy="45720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3" name="Text 10"/>
          <p:cNvSpPr/>
          <p:nvPr/>
        </p:nvSpPr>
        <p:spPr>
          <a:xfrm>
            <a:off x="46177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1208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40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Body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1772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Telaio a 4 pannelli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1772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trimesh booleane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138160" y="1691640"/>
            <a:ext cx="33832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66760" y="1920240"/>
            <a:ext cx="457200" cy="45720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9" name="Text 16"/>
          <p:cNvSpPr/>
          <p:nvPr/>
        </p:nvSpPr>
        <p:spPr>
          <a:xfrm>
            <a:off x="83667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61120" y="1892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40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Tetto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66760" y="2514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Capriata a falda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6676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trimesh booleane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40080" y="4160520"/>
            <a:ext cx="33832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25" name="Text 22"/>
          <p:cNvSpPr/>
          <p:nvPr/>
        </p:nvSpPr>
        <p:spPr>
          <a:xfrm>
            <a:off x="8686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63040" y="4361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40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Finestre PETG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68680" y="4983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Telaietto + lastra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68680" y="5806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trimesh booleane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389120" y="4160520"/>
            <a:ext cx="33832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17720" y="4389120"/>
            <a:ext cx="457200" cy="45720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31" name="Text 28"/>
          <p:cNvSpPr/>
          <p:nvPr/>
        </p:nvSpPr>
        <p:spPr>
          <a:xfrm>
            <a:off x="46177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4bis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212080" y="4361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40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Supp. ventola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617720" y="4983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Placca con foro Ø40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617720" y="5806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trimesh booleane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138160" y="4160520"/>
            <a:ext cx="33832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8366760" y="4389120"/>
            <a:ext cx="457200" cy="457200"/>
          </a:xfrm>
          <a:prstGeom prst="ellipse">
            <a:avLst/>
          </a:prstGeom>
          <a:solidFill>
            <a:srgbClr val="3B6D11"/>
          </a:solidFill>
          <a:ln/>
        </p:spPr>
      </p:sp>
      <p:sp>
        <p:nvSpPr>
          <p:cNvPr id="37" name="Text 34"/>
          <p:cNvSpPr/>
          <p:nvPr/>
        </p:nvSpPr>
        <p:spPr>
          <a:xfrm>
            <a:off x="83667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8961120" y="4361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40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Decorazione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366760" y="4983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Libera, a scelta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8366760" y="5806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triangoli manuali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34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8911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7823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06734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875645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344557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813468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282379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751291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220202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689114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158025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626936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48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64759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033670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02582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71493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40404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909316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378227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847138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316050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784961" y="0"/>
            <a:ext cx="487199" cy="6858000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253872" y="0"/>
            <a:ext cx="487199" cy="6858000"/>
          </a:xfrm>
          <a:prstGeom prst="rect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722784" y="0"/>
            <a:ext cx="487199" cy="6858000"/>
          </a:xfrm>
          <a:prstGeom prst="rect">
            <a:avLst/>
          </a:prstGeom>
          <a:solidFill>
            <a:srgbClr val="000000">
              <a:alpha val="4500"/>
            </a:srgbClr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02336" cy="40233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8872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Quando qualcosa va storto (ed è un bene)</a:t>
            </a:r>
            <a:endParaRPr lang="en-US" sz="2700" dirty="0"/>
          </a:p>
        </p:txBody>
      </p:sp>
      <p:sp>
        <p:nvSpPr>
          <p:cNvPr id="30" name="Shape 27"/>
          <p:cNvSpPr/>
          <p:nvPr/>
        </p:nvSpPr>
        <p:spPr>
          <a:xfrm>
            <a:off x="640080" y="1600200"/>
            <a:ext cx="5212080" cy="3108960"/>
          </a:xfrm>
          <a:prstGeom prst="rect">
            <a:avLst/>
          </a:prstGeom>
          <a:solidFill>
            <a:srgbClr val="0F2403"/>
          </a:solidFill>
          <a:ln w="12700">
            <a:solidFill>
              <a:srgbClr val="3B6D11">
                <a:alpha val="6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1440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Mesh non manifold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14400" y="2377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 Decorazione libera, triangoli scritti a mano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914400" y="28346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slicer segnala normali non coerenti e propone la riparazione automatica.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momento giusto per mostrare dal vivo cosa significa davvero "mesh non manifold".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6309360" y="1600200"/>
            <a:ext cx="5212080" cy="3108960"/>
          </a:xfrm>
          <a:prstGeom prst="rect">
            <a:avLst/>
          </a:prstGeom>
          <a:solidFill>
            <a:srgbClr val="0F2403"/>
          </a:solidFill>
          <a:ln w="12700">
            <a:solidFill>
              <a:srgbClr val="185FA5">
                <a:alpha val="7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0" y="1920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pezzo "sparito"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583680" y="23774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Tetto, Finestre, Supp. ventola — operazioni booleane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6583680" y="28346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forme quasi coincidenti possono fondersi senza errori — ma una trave "scompare" nell'unione.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capriata del tetto, dove più travi si incontrano nello stesso punto, è il banco di prova più istruttivo.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🌬️  Aneddoto vero: la ventola dimenticata sul Body — risolta con un prompt mirato a Gemini, non da capo su Colab.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887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40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Non una gara di velocità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0574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L'obiettivo è che tutti arrivino almeno al Body con un file stampabile in mano. Tetto, finestre e supporto ventola sono per chi ha margine — la decorazione libera è il momento divertente, garantito a tutti.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3139440" cy="1783080"/>
          </a:xfrm>
          <a:prstGeom prst="rect">
            <a:avLst/>
          </a:prstGeom>
          <a:solidFill>
            <a:srgbClr val="173404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931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390448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Firmware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4526280"/>
            <a:ext cx="259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ESPHome / MicroPython → Home Assistant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11040" y="3657600"/>
            <a:ext cx="3139440" cy="1783080"/>
          </a:xfrm>
          <a:prstGeom prst="rect">
            <a:avLst/>
          </a:prstGeom>
          <a:solidFill>
            <a:srgbClr val="173404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60" y="39319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8280" y="390448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Assemblaggio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785360" y="4526280"/>
            <a:ext cx="259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Base + Body + Roof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07680" y="3657600"/>
            <a:ext cx="3139440" cy="1783080"/>
          </a:xfrm>
          <a:prstGeom prst="rect">
            <a:avLst/>
          </a:prstGeom>
          <a:solidFill>
            <a:srgbClr val="173404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39319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84920" y="3904488"/>
            <a:ext cx="213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EFE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 telaietti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382000" y="4526280"/>
            <a:ext cx="259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STL, 4 facce × 4 pannelli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14400" y="59893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Grazie! 🌿  —  Nerdworks APS · AWS User Group Basilicata · GDG Basilicata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Serra Domotica ESP32 — Dal prompt al pezzo stampato</dc:title>
  <dc:subject>PptxGenJS Presentation</dc:subject>
  <dc:creator>Luigi</dc:creator>
  <cp:lastModifiedBy>Luigi</cp:lastModifiedBy>
  <cp:revision>1</cp:revision>
  <dcterms:created xsi:type="dcterms:W3CDTF">2026-06-26T16:57:58Z</dcterms:created>
  <dcterms:modified xsi:type="dcterms:W3CDTF">2026-06-26T16:57:58Z</dcterms:modified>
</cp:coreProperties>
</file>